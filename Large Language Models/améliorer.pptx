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64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0539FA1E-2DF3-4E9F-A841-5CCD0264B084}" type="datetimeFigureOut">
              <a:rPr lang="fr-FR" smtClean="0"/>
              <a:t>29/08/2025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005C1F-5D58-41AA-B00D-B96349F4555F}" type="slidenum">
              <a:rPr lang="fr-FR" smtClean="0"/>
              <a:t>‹N°›</a:t>
            </a:fld>
            <a:endParaRPr lang="fr-FR"/>
          </a:p>
        </p:txBody>
      </p:sp>
    </p:spTree>
    <p:extLst>
      <p:ext uri="{BB962C8B-B14F-4D97-AF65-F5344CB8AC3E}">
        <p14:creationId xmlns:p14="http://schemas.microsoft.com/office/powerpoint/2010/main" val="1320639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539FA1E-2DF3-4E9F-A841-5CCD0264B084}" type="datetimeFigureOut">
              <a:rPr lang="fr-FR" smtClean="0"/>
              <a:t>29/08/2025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005C1F-5D58-41AA-B00D-B96349F4555F}" type="slidenum">
              <a:rPr lang="fr-FR" smtClean="0"/>
              <a:t>‹N°›</a:t>
            </a:fld>
            <a:endParaRPr lang="fr-FR"/>
          </a:p>
        </p:txBody>
      </p:sp>
    </p:spTree>
    <p:extLst>
      <p:ext uri="{BB962C8B-B14F-4D97-AF65-F5344CB8AC3E}">
        <p14:creationId xmlns:p14="http://schemas.microsoft.com/office/powerpoint/2010/main" val="1973445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0539FA1E-2DF3-4E9F-A841-5CCD0264B084}" type="datetimeFigureOut">
              <a:rPr lang="fr-FR" smtClean="0"/>
              <a:t>29/08/2025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005C1F-5D58-41AA-B00D-B96349F4555F}" type="slidenum">
              <a:rPr lang="fr-FR" smtClean="0"/>
              <a:t>‹N°›</a:t>
            </a:fld>
            <a:endParaRPr lang="fr-FR"/>
          </a:p>
        </p:txBody>
      </p:sp>
    </p:spTree>
    <p:extLst>
      <p:ext uri="{BB962C8B-B14F-4D97-AF65-F5344CB8AC3E}">
        <p14:creationId xmlns:p14="http://schemas.microsoft.com/office/powerpoint/2010/main" val="1765023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0539FA1E-2DF3-4E9F-A841-5CCD0264B084}" type="datetimeFigureOut">
              <a:rPr lang="fr-FR" smtClean="0"/>
              <a:t>29/08/2025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005C1F-5D58-41AA-B00D-B96349F4555F}" type="slidenum">
              <a:rPr lang="fr-FR" smtClean="0"/>
              <a:t>‹N°›</a:t>
            </a:fld>
            <a:endParaRPr lang="fr-FR"/>
          </a:p>
        </p:txBody>
      </p:sp>
    </p:spTree>
    <p:extLst>
      <p:ext uri="{BB962C8B-B14F-4D97-AF65-F5344CB8AC3E}">
        <p14:creationId xmlns:p14="http://schemas.microsoft.com/office/powerpoint/2010/main" val="995076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0539FA1E-2DF3-4E9F-A841-5CCD0264B084}" type="datetimeFigureOut">
              <a:rPr lang="fr-FR" smtClean="0"/>
              <a:t>29/08/2025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005C1F-5D58-41AA-B00D-B96349F4555F}" type="slidenum">
              <a:rPr lang="fr-FR" smtClean="0"/>
              <a:t>‹N°›</a:t>
            </a:fld>
            <a:endParaRPr lang="fr-FR"/>
          </a:p>
        </p:txBody>
      </p:sp>
    </p:spTree>
    <p:extLst>
      <p:ext uri="{BB962C8B-B14F-4D97-AF65-F5344CB8AC3E}">
        <p14:creationId xmlns:p14="http://schemas.microsoft.com/office/powerpoint/2010/main" val="2918530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0539FA1E-2DF3-4E9F-A841-5CCD0264B084}" type="datetimeFigureOut">
              <a:rPr lang="fr-FR" smtClean="0"/>
              <a:t>29/08/2025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005C1F-5D58-41AA-B00D-B96349F4555F}" type="slidenum">
              <a:rPr lang="fr-FR" smtClean="0"/>
              <a:t>‹N°›</a:t>
            </a:fld>
            <a:endParaRPr lang="fr-FR"/>
          </a:p>
        </p:txBody>
      </p:sp>
    </p:spTree>
    <p:extLst>
      <p:ext uri="{BB962C8B-B14F-4D97-AF65-F5344CB8AC3E}">
        <p14:creationId xmlns:p14="http://schemas.microsoft.com/office/powerpoint/2010/main" val="3228829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539FA1E-2DF3-4E9F-A841-5CCD0264B084}" type="datetimeFigureOut">
              <a:rPr lang="fr-FR" smtClean="0"/>
              <a:t>29/08/2025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005C1F-5D58-41AA-B00D-B96349F4555F}" type="slidenum">
              <a:rPr lang="fr-FR" smtClean="0"/>
              <a:t>‹N°›</a:t>
            </a:fld>
            <a:endParaRPr lang="fr-FR"/>
          </a:p>
        </p:txBody>
      </p:sp>
    </p:spTree>
    <p:extLst>
      <p:ext uri="{BB962C8B-B14F-4D97-AF65-F5344CB8AC3E}">
        <p14:creationId xmlns:p14="http://schemas.microsoft.com/office/powerpoint/2010/main" val="2468892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0539FA1E-2DF3-4E9F-A841-5CCD0264B084}" type="datetimeFigureOut">
              <a:rPr lang="fr-FR" smtClean="0"/>
              <a:t>29/08/2025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005C1F-5D58-41AA-B00D-B96349F4555F}" type="slidenum">
              <a:rPr lang="fr-FR" smtClean="0"/>
              <a:t>‹N°›</a:t>
            </a:fld>
            <a:endParaRPr lang="fr-FR"/>
          </a:p>
        </p:txBody>
      </p:sp>
    </p:spTree>
    <p:extLst>
      <p:ext uri="{BB962C8B-B14F-4D97-AF65-F5344CB8AC3E}">
        <p14:creationId xmlns:p14="http://schemas.microsoft.com/office/powerpoint/2010/main" val="3974482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0539FA1E-2DF3-4E9F-A841-5CCD0264B084}" type="datetimeFigureOut">
              <a:rPr lang="fr-FR" smtClean="0"/>
              <a:t>29/08/2025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005C1F-5D58-41AA-B00D-B96349F4555F}" type="slidenum">
              <a:rPr lang="fr-FR" smtClean="0"/>
              <a:t>‹N°›</a:t>
            </a:fld>
            <a:endParaRPr lang="fr-FR"/>
          </a:p>
        </p:txBody>
      </p:sp>
    </p:spTree>
    <p:extLst>
      <p:ext uri="{BB962C8B-B14F-4D97-AF65-F5344CB8AC3E}">
        <p14:creationId xmlns:p14="http://schemas.microsoft.com/office/powerpoint/2010/main" val="3977596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539FA1E-2DF3-4E9F-A841-5CCD0264B084}" type="datetimeFigureOut">
              <a:rPr lang="fr-FR" smtClean="0"/>
              <a:t>29/08/2025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005C1F-5D58-41AA-B00D-B96349F4555F}" type="slidenum">
              <a:rPr lang="fr-FR" smtClean="0"/>
              <a:t>‹N°›</a:t>
            </a:fld>
            <a:endParaRPr lang="fr-FR"/>
          </a:p>
        </p:txBody>
      </p:sp>
    </p:spTree>
    <p:extLst>
      <p:ext uri="{BB962C8B-B14F-4D97-AF65-F5344CB8AC3E}">
        <p14:creationId xmlns:p14="http://schemas.microsoft.com/office/powerpoint/2010/main" val="776278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539FA1E-2DF3-4E9F-A841-5CCD0264B084}" type="datetimeFigureOut">
              <a:rPr lang="fr-FR" smtClean="0"/>
              <a:t>29/08/2025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005C1F-5D58-41AA-B00D-B96349F4555F}" type="slidenum">
              <a:rPr lang="fr-FR" smtClean="0"/>
              <a:t>‹N°›</a:t>
            </a:fld>
            <a:endParaRPr lang="fr-FR"/>
          </a:p>
        </p:txBody>
      </p:sp>
    </p:spTree>
    <p:extLst>
      <p:ext uri="{BB962C8B-B14F-4D97-AF65-F5344CB8AC3E}">
        <p14:creationId xmlns:p14="http://schemas.microsoft.com/office/powerpoint/2010/main" val="1894919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39FA1E-2DF3-4E9F-A841-5CCD0264B084}" type="datetimeFigureOut">
              <a:rPr lang="fr-FR" smtClean="0"/>
              <a:t>29/08/2025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005C1F-5D58-41AA-B00D-B96349F4555F}" type="slidenum">
              <a:rPr lang="fr-FR" smtClean="0"/>
              <a:t>‹N°›</a:t>
            </a:fld>
            <a:endParaRPr lang="fr-FR"/>
          </a:p>
        </p:txBody>
      </p:sp>
    </p:spTree>
    <p:extLst>
      <p:ext uri="{BB962C8B-B14F-4D97-AF65-F5344CB8AC3E}">
        <p14:creationId xmlns:p14="http://schemas.microsoft.com/office/powerpoint/2010/main" val="21430583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marL="457200" indent="-457200" algn="l">
              <a:buAutoNum type="arabicParenR"/>
            </a:pPr>
            <a:r>
              <a:rPr lang="fr-FR" sz="2000" b="1" i="1" dirty="0" smtClean="0"/>
              <a:t>Ton </a:t>
            </a:r>
            <a:r>
              <a:rPr lang="fr-FR" sz="2000" b="1" i="1" dirty="0"/>
              <a:t>script fait d’abord une extraction automatique des scènes avec </a:t>
            </a:r>
            <a:r>
              <a:rPr lang="fr-FR" sz="2000" b="1" i="1" dirty="0" err="1"/>
              <a:t>PySceneDetect</a:t>
            </a:r>
            <a:r>
              <a:rPr lang="fr-FR" sz="2000" b="1" i="1" dirty="0"/>
              <a:t>, puis pour chaque scène il génère un </a:t>
            </a:r>
            <a:r>
              <a:rPr lang="fr-FR" sz="2000" b="1" i="1" dirty="0" err="1"/>
              <a:t>caption</a:t>
            </a:r>
            <a:r>
              <a:rPr lang="fr-FR" sz="2000" b="1" i="1" dirty="0"/>
              <a:t> en prenant un petit nombre d’images clés réparties de façon uniforme dans le temps (par défaut 16 à 32 frames maximum par scène, choisies avec </a:t>
            </a:r>
            <a:r>
              <a:rPr lang="fr-FR" sz="2000" b="1" i="1" dirty="0" err="1"/>
              <a:t>linspace</a:t>
            </a:r>
            <a:r>
              <a:rPr lang="fr-FR" sz="2000" b="1" i="1" dirty="0"/>
              <a:t> de l’image 0 à la dernière). Concrètement, si une scène dure 20 secondes avec 16 frames extraites, une image sera prélevée environ toutes les 1,3 secondes, ce qui donne un échantillon représentatif du contenu visuel de la scène. Chaque </a:t>
            </a:r>
            <a:r>
              <a:rPr lang="fr-FR" sz="2000" b="1" i="1" dirty="0" err="1"/>
              <a:t>sous-clip</a:t>
            </a:r>
            <a:r>
              <a:rPr lang="fr-FR" sz="2000" b="1" i="1" dirty="0"/>
              <a:t> est donc décrit individuellement, et enfin un résumé global est produit soit en traitant la vidéo entière de la même manière, soit en combinant les captions des scènes avec un modèle de résumé (BART) pour raconter toute l’histoire de la vidéo</a:t>
            </a:r>
            <a:r>
              <a:rPr lang="fr-FR" sz="2000" b="1" i="1" dirty="0" smtClean="0"/>
              <a:t>.</a:t>
            </a:r>
          </a:p>
          <a:p>
            <a:pPr marL="457200" indent="-457200" algn="l">
              <a:buFont typeface="Arial" panose="020B0604020202020204" pitchFamily="34" charset="0"/>
              <a:buAutoNum type="arabicParenR"/>
            </a:pPr>
            <a:r>
              <a:rPr lang="fr-FR" sz="2000" b="1" i="1" dirty="0"/>
              <a:t>Avant, ton code utilisait uniquement le nombre de frames défini dans la configuration du modèle (souvent 16), ce qui limitait la richesse des informations extraites, surtout pour des vidéos longues. Après modification, avec </a:t>
            </a:r>
            <a:r>
              <a:rPr lang="fr-FR" sz="2000" b="1" i="1" dirty="0" err="1"/>
              <a:t>clip_len</a:t>
            </a:r>
            <a:r>
              <a:rPr lang="fr-FR" sz="2000" b="1" i="1" dirty="0"/>
              <a:t> = min(32, </a:t>
            </a:r>
            <a:r>
              <a:rPr lang="fr-FR" sz="2000" b="1" i="1" dirty="0" err="1"/>
              <a:t>getattr</a:t>
            </a:r>
            <a:r>
              <a:rPr lang="fr-FR" sz="2000" b="1" i="1" dirty="0"/>
              <a:t>(</a:t>
            </a:r>
            <a:r>
              <a:rPr lang="fr-FR" sz="2000" b="1" i="1" dirty="0" err="1"/>
              <a:t>model.config.encoder</a:t>
            </a:r>
            <a:r>
              <a:rPr lang="fr-FR" sz="2000" b="1" i="1" dirty="0"/>
              <a:t>, "</a:t>
            </a:r>
            <a:r>
              <a:rPr lang="fr-FR" sz="2000" b="1" i="1" dirty="0" err="1"/>
              <a:t>num_frames</a:t>
            </a:r>
            <a:r>
              <a:rPr lang="fr-FR" sz="2000" b="1" i="1" dirty="0"/>
              <a:t>", 16)), tu donnes plus de flexibilité en permettant d’utiliser jusqu’à 32 frames si le modèle le supporte. Cela améliore la couverture temporelle des vidéos (1–3 minutes) et rend les captions plus précis, tout en gardant une limite pour éviter de surcharger la mémoire GPU. C’est donc un bon compromis entre fidélité des résultats et performance. ✅</a:t>
            </a:r>
          </a:p>
          <a:p>
            <a:pPr marL="457200" indent="-457200" algn="l">
              <a:buAutoNum type="arabicParenR"/>
            </a:pPr>
            <a:r>
              <a:rPr lang="fr-FR" sz="2000" b="1" i="1" dirty="0"/>
              <a:t>Objet &amp; sortie</a:t>
            </a:r>
          </a:p>
          <a:p>
            <a:pPr algn="l"/>
            <a:r>
              <a:rPr lang="fr-FR" sz="2000" b="1" i="1" dirty="0" smtClean="0"/>
              <a:t>       - inference.py </a:t>
            </a:r>
            <a:r>
              <a:rPr lang="fr-FR" sz="2000" b="1" i="1" dirty="0"/>
              <a:t>(v1) : génère un seul </a:t>
            </a:r>
            <a:r>
              <a:rPr lang="fr-FR" sz="2000" b="1" i="1" dirty="0" err="1"/>
              <a:t>caption</a:t>
            </a:r>
            <a:r>
              <a:rPr lang="fr-FR" sz="2000" b="1" i="1" dirty="0"/>
              <a:t> global par vidéo et le grave sur toute la durée du fichier de sortie (pas de SRT/JSON). </a:t>
            </a:r>
          </a:p>
          <a:p>
            <a:pPr algn="l"/>
            <a:r>
              <a:rPr lang="fr-FR" sz="2000" b="1" i="1" dirty="0" smtClean="0"/>
              <a:t>       - inference1.py </a:t>
            </a:r>
            <a:r>
              <a:rPr lang="fr-FR" sz="2000" b="1" i="1" dirty="0"/>
              <a:t>(v2) : fait la détection automatique des scènes, crée un </a:t>
            </a:r>
            <a:r>
              <a:rPr lang="fr-FR" sz="2000" b="1" i="1" dirty="0" err="1"/>
              <a:t>caption</a:t>
            </a:r>
            <a:r>
              <a:rPr lang="fr-FR" sz="2000" b="1" i="1" dirty="0"/>
              <a:t> par scène, compose une vidéo finale avec les sous-titres par scène, exporte un SRT et un JSON + ajoute un </a:t>
            </a:r>
            <a:r>
              <a:rPr lang="fr-FR" sz="2000" b="1" i="1" dirty="0" err="1"/>
              <a:t>caption</a:t>
            </a:r>
            <a:r>
              <a:rPr lang="fr-FR" sz="2000" b="1" i="1" dirty="0"/>
              <a:t> global qui “raconte” toute la vidéo. </a:t>
            </a:r>
          </a:p>
          <a:p>
            <a:pPr marL="457200" indent="-457200" algn="l">
              <a:buAutoNum type="arabicParenR"/>
            </a:pPr>
            <a:endParaRPr lang="fr-FR" dirty="0"/>
          </a:p>
        </p:txBody>
      </p:sp>
    </p:spTree>
    <p:extLst>
      <p:ext uri="{BB962C8B-B14F-4D97-AF65-F5344CB8AC3E}">
        <p14:creationId xmlns:p14="http://schemas.microsoft.com/office/powerpoint/2010/main" val="3336853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r>
              <a:rPr lang="fr-FR" sz="2000" b="1" i="1" dirty="0"/>
              <a:t>4 ) Pipeline</a:t>
            </a:r>
          </a:p>
          <a:p>
            <a:pPr algn="l"/>
            <a:r>
              <a:rPr lang="fr-FR" sz="2000" b="1" i="1" dirty="0" smtClean="0"/>
              <a:t>   v1 </a:t>
            </a:r>
            <a:r>
              <a:rPr lang="fr-FR" sz="2000" b="1" i="1" dirty="0"/>
              <a:t>: échantillonne des frames une seule fois sur toute la vidéo → génère un unique texte → l’overlay sur la vidéo. </a:t>
            </a:r>
          </a:p>
          <a:p>
            <a:pPr algn="l"/>
            <a:r>
              <a:rPr lang="fr-FR" sz="2000" b="1" i="1" dirty="0"/>
              <a:t> </a:t>
            </a:r>
            <a:r>
              <a:rPr lang="fr-FR" sz="2000" b="1" i="1" dirty="0" smtClean="0"/>
              <a:t>  v2 : - Détecte </a:t>
            </a:r>
            <a:r>
              <a:rPr lang="fr-FR" sz="2000" b="1" i="1" dirty="0"/>
              <a:t>les scènes (</a:t>
            </a:r>
            <a:r>
              <a:rPr lang="fr-FR" sz="2000" b="1" i="1" dirty="0" err="1"/>
              <a:t>PySceneDetect</a:t>
            </a:r>
            <a:r>
              <a:rPr lang="fr-FR" sz="2000" b="1" i="1" dirty="0"/>
              <a:t> + contenu) avec </a:t>
            </a:r>
            <a:r>
              <a:rPr lang="fr-FR" sz="2000" b="1" i="1" dirty="0" err="1"/>
              <a:t>threshold</a:t>
            </a:r>
            <a:r>
              <a:rPr lang="fr-FR" sz="2000" b="1" i="1" dirty="0"/>
              <a:t> et </a:t>
            </a:r>
            <a:r>
              <a:rPr lang="fr-FR" sz="2000" b="1" i="1" dirty="0" err="1"/>
              <a:t>min_scene_len</a:t>
            </a:r>
            <a:r>
              <a:rPr lang="fr-FR" sz="2000" b="1" i="1" dirty="0"/>
              <a:t>. </a:t>
            </a:r>
          </a:p>
          <a:p>
            <a:pPr algn="l"/>
            <a:r>
              <a:rPr lang="fr-FR" sz="2000" b="1" i="1" dirty="0"/>
              <a:t> </a:t>
            </a:r>
            <a:r>
              <a:rPr lang="fr-FR" sz="2000" b="1" i="1" dirty="0" smtClean="0"/>
              <a:t>         - Découpe </a:t>
            </a:r>
            <a:r>
              <a:rPr lang="fr-FR" sz="2000" b="1" i="1" dirty="0"/>
              <a:t>et </a:t>
            </a:r>
            <a:r>
              <a:rPr lang="fr-FR" sz="2000" b="1" i="1" dirty="0" err="1"/>
              <a:t>captionne</a:t>
            </a:r>
            <a:r>
              <a:rPr lang="fr-FR" sz="2000" b="1" i="1" dirty="0"/>
              <a:t> chaque </a:t>
            </a:r>
            <a:r>
              <a:rPr lang="fr-FR" sz="2000" b="1" i="1" dirty="0" err="1"/>
              <a:t>sous-clip</a:t>
            </a:r>
            <a:r>
              <a:rPr lang="fr-FR" sz="2000" b="1" i="1" dirty="0"/>
              <a:t> (boucle sur </a:t>
            </a:r>
            <a:r>
              <a:rPr lang="fr-FR" sz="2000" b="1" i="1" dirty="0" err="1"/>
              <a:t>spans</a:t>
            </a:r>
            <a:r>
              <a:rPr lang="fr-FR" sz="2000" b="1" i="1" dirty="0"/>
              <a:t>). </a:t>
            </a:r>
          </a:p>
          <a:p>
            <a:pPr algn="l"/>
            <a:r>
              <a:rPr lang="fr-FR" sz="2000" b="1" i="1" dirty="0" smtClean="0"/>
              <a:t>          - Génère </a:t>
            </a:r>
            <a:r>
              <a:rPr lang="fr-FR" sz="2000" b="1" i="1" dirty="0"/>
              <a:t>le </a:t>
            </a:r>
            <a:r>
              <a:rPr lang="fr-FR" sz="2000" b="1" i="1" dirty="0" err="1"/>
              <a:t>caption</a:t>
            </a:r>
            <a:r>
              <a:rPr lang="fr-FR" sz="2000" b="1" i="1" dirty="0"/>
              <a:t> global sur la vidéo entière. </a:t>
            </a:r>
          </a:p>
          <a:p>
            <a:pPr algn="l"/>
            <a:r>
              <a:rPr lang="fr-FR" sz="2000" b="1" i="1" dirty="0" smtClean="0"/>
              <a:t>          - Exporte </a:t>
            </a:r>
            <a:r>
              <a:rPr lang="fr-FR" sz="2000" b="1" i="1" dirty="0"/>
              <a:t>: .</a:t>
            </a:r>
            <a:r>
              <a:rPr lang="fr-FR" sz="2000" b="1" i="1" dirty="0" err="1"/>
              <a:t>json</a:t>
            </a:r>
            <a:r>
              <a:rPr lang="fr-FR" sz="2000" b="1" i="1" dirty="0"/>
              <a:t> (structure scènes + global), .</a:t>
            </a:r>
            <a:r>
              <a:rPr lang="fr-FR" sz="2000" b="1" i="1" dirty="0" err="1"/>
              <a:t>srt</a:t>
            </a:r>
            <a:r>
              <a:rPr lang="fr-FR" sz="2000" b="1" i="1" dirty="0"/>
              <a:t>, et vidéo montée avec sous-titres par scène</a:t>
            </a:r>
            <a:r>
              <a:rPr lang="fr-FR" sz="2000" b="1" i="1" dirty="0" smtClean="0"/>
              <a:t>.</a:t>
            </a:r>
          </a:p>
          <a:p>
            <a:pPr algn="l"/>
            <a:r>
              <a:rPr lang="fr-FR" sz="2000" b="1" i="1" dirty="0" smtClean="0"/>
              <a:t>5</a:t>
            </a:r>
            <a:r>
              <a:rPr lang="fr-FR" sz="2000" b="1" i="1" dirty="0"/>
              <a:t>) Robustesse &amp; lisibilité</a:t>
            </a:r>
          </a:p>
          <a:p>
            <a:pPr algn="l"/>
            <a:r>
              <a:rPr lang="fr-FR" sz="2000" b="1" i="1" dirty="0" smtClean="0"/>
              <a:t>     v1 </a:t>
            </a:r>
            <a:r>
              <a:rPr lang="fr-FR" sz="2000" b="1" i="1" dirty="0"/>
              <a:t>: suppose que le nombre de frames du flux est connu; pas de </a:t>
            </a:r>
            <a:r>
              <a:rPr lang="fr-FR" sz="2000" b="1" i="1" dirty="0" err="1"/>
              <a:t>fallback</a:t>
            </a:r>
            <a:r>
              <a:rPr lang="fr-FR" sz="2000" b="1" i="1" dirty="0"/>
              <a:t> VFR. </a:t>
            </a:r>
          </a:p>
          <a:p>
            <a:pPr algn="l"/>
            <a:r>
              <a:rPr lang="fr-FR" sz="2000" b="1" i="1" dirty="0" smtClean="0"/>
              <a:t>     v2 </a:t>
            </a:r>
            <a:r>
              <a:rPr lang="fr-FR" sz="2000" b="1" i="1" dirty="0"/>
              <a:t>: gère les vidéos VFR/infos manquantes (</a:t>
            </a:r>
            <a:r>
              <a:rPr lang="fr-FR" sz="2000" b="1" i="1" dirty="0" err="1"/>
              <a:t>fallback</a:t>
            </a:r>
            <a:r>
              <a:rPr lang="fr-FR" sz="2000" b="1" i="1" dirty="0"/>
              <a:t> via durée/</a:t>
            </a:r>
            <a:r>
              <a:rPr lang="fr-FR" sz="2000" b="1" i="1" dirty="0" err="1"/>
              <a:t>timebase</a:t>
            </a:r>
            <a:r>
              <a:rPr lang="fr-FR" sz="2000" b="1" i="1" dirty="0"/>
              <a:t>), borne le nombre de frames échantillonnées, et pose un fond semi-opaque pour des sous-titres lisibles. </a:t>
            </a:r>
            <a:endParaRPr lang="fr-FR" sz="2000" b="1" i="1" dirty="0" smtClean="0"/>
          </a:p>
          <a:p>
            <a:pPr algn="l"/>
            <a:r>
              <a:rPr lang="fr-FR" sz="2000" b="1" i="1" dirty="0" smtClean="0"/>
              <a:t>6) Contrôles </a:t>
            </a:r>
            <a:r>
              <a:rPr lang="fr-FR" sz="2000" b="1" i="1" dirty="0"/>
              <a:t>&amp; perfs</a:t>
            </a:r>
          </a:p>
          <a:p>
            <a:pPr algn="l"/>
            <a:r>
              <a:rPr lang="fr-FR" sz="2000" b="1" i="1" dirty="0" smtClean="0"/>
              <a:t>   v1 </a:t>
            </a:r>
            <a:r>
              <a:rPr lang="fr-FR" sz="2000" b="1" i="1" dirty="0"/>
              <a:t>: pas de paramètres de qualité/tempo ni de batch scène; encode une seule fois. </a:t>
            </a:r>
          </a:p>
          <a:p>
            <a:pPr algn="l"/>
            <a:r>
              <a:rPr lang="fr-FR" sz="2000" b="1" i="1" dirty="0" smtClean="0"/>
              <a:t>   v2 </a:t>
            </a:r>
            <a:r>
              <a:rPr lang="fr-FR" sz="2000" b="1" i="1" dirty="0"/>
              <a:t>: paramètres </a:t>
            </a:r>
            <a:r>
              <a:rPr lang="fr-FR" sz="2000" b="1" i="1" dirty="0" err="1"/>
              <a:t>threshold</a:t>
            </a:r>
            <a:r>
              <a:rPr lang="fr-FR" sz="2000" b="1" i="1" dirty="0"/>
              <a:t>, </a:t>
            </a:r>
            <a:r>
              <a:rPr lang="fr-FR" sz="2000" b="1" i="1" dirty="0" err="1"/>
              <a:t>min_scene_len</a:t>
            </a:r>
            <a:r>
              <a:rPr lang="fr-FR" sz="2000" b="1" i="1" dirty="0"/>
              <a:t>, </a:t>
            </a:r>
            <a:r>
              <a:rPr lang="fr-FR" sz="2000" b="1" i="1" dirty="0" err="1"/>
              <a:t>crf</a:t>
            </a:r>
            <a:r>
              <a:rPr lang="fr-FR" sz="2000" b="1" i="1" dirty="0"/>
              <a:t>, </a:t>
            </a:r>
            <a:r>
              <a:rPr lang="fr-FR" sz="2000" b="1" i="1" dirty="0" err="1"/>
              <a:t>preset</a:t>
            </a:r>
            <a:r>
              <a:rPr lang="fr-FR" sz="2000" b="1" i="1" dirty="0"/>
              <a:t>, </a:t>
            </a:r>
            <a:r>
              <a:rPr lang="fr-FR" sz="2000" b="1" i="1" dirty="0" err="1"/>
              <a:t>burn_subtitles</a:t>
            </a:r>
            <a:r>
              <a:rPr lang="fr-FR" sz="2000" b="1" i="1" dirty="0"/>
              <a:t>; accélère le pré-découpage (audio off) et nettoie les fichiers temporaires.</a:t>
            </a:r>
            <a:endParaRPr lang="fr-FR" sz="2000" b="1" i="1" dirty="0" smtClean="0"/>
          </a:p>
          <a:p>
            <a:pPr algn="l"/>
            <a:endParaRPr lang="fr-FR" sz="2000" b="1" i="1" dirty="0" smtClean="0">
              <a:solidFill>
                <a:srgbClr val="FF0000"/>
              </a:solidFill>
            </a:endParaRPr>
          </a:p>
          <a:p>
            <a:pPr algn="l"/>
            <a:r>
              <a:rPr lang="fr-FR" sz="2000" b="1" i="1" dirty="0" smtClean="0">
                <a:solidFill>
                  <a:srgbClr val="FF0000"/>
                </a:solidFill>
              </a:rPr>
              <a:t>En </a:t>
            </a:r>
            <a:r>
              <a:rPr lang="fr-FR" sz="2000" b="1" i="1" dirty="0">
                <a:solidFill>
                  <a:srgbClr val="FF0000"/>
                </a:solidFill>
              </a:rPr>
              <a:t>résumé : v1 = </a:t>
            </a:r>
            <a:r>
              <a:rPr lang="fr-FR" sz="2000" b="1" i="1" dirty="0" err="1">
                <a:solidFill>
                  <a:srgbClr val="FF0000"/>
                </a:solidFill>
              </a:rPr>
              <a:t>caption</a:t>
            </a:r>
            <a:r>
              <a:rPr lang="fr-FR" sz="2000" b="1" i="1" dirty="0">
                <a:solidFill>
                  <a:srgbClr val="FF0000"/>
                </a:solidFill>
              </a:rPr>
              <a:t> global unique, v2 = scènes auto + captions par scène + récit global + exports (SRT/JSON) + rendu propre — c’est exactement l’amélioration que tu visais.</a:t>
            </a:r>
          </a:p>
        </p:txBody>
      </p:sp>
    </p:spTree>
    <p:extLst>
      <p:ext uri="{BB962C8B-B14F-4D97-AF65-F5344CB8AC3E}">
        <p14:creationId xmlns:p14="http://schemas.microsoft.com/office/powerpoint/2010/main" val="4105636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r>
              <a:rPr lang="fr-FR" sz="2000" b="1" i="1" dirty="0"/>
              <a:t>✅ inference1.py – Avec filtrage par durée de scène</a:t>
            </a:r>
          </a:p>
          <a:p>
            <a:pPr algn="l"/>
            <a:r>
              <a:rPr lang="fr-FR" sz="2000" b="1" i="1" dirty="0" smtClean="0"/>
              <a:t>Ce </a:t>
            </a:r>
            <a:r>
              <a:rPr lang="fr-FR" sz="2000" b="1" i="1" dirty="0"/>
              <a:t>script applique un filtrage :</a:t>
            </a:r>
          </a:p>
          <a:p>
            <a:pPr algn="l"/>
            <a:r>
              <a:rPr lang="fr-FR" sz="2000" b="1" i="1" dirty="0" smtClean="0"/>
              <a:t>Il </a:t>
            </a:r>
            <a:r>
              <a:rPr lang="fr-FR" sz="2000" b="1" i="1" dirty="0"/>
              <a:t>ignore toutes les scènes trop courtes (inférieures à </a:t>
            </a:r>
            <a:r>
              <a:rPr lang="fr-FR" sz="2000" b="1" i="1" dirty="0" err="1"/>
              <a:t>min_scene_len</a:t>
            </a:r>
            <a:r>
              <a:rPr lang="fr-FR" sz="2000" b="1" i="1" dirty="0"/>
              <a:t>, ex: 10 secondes).</a:t>
            </a:r>
          </a:p>
          <a:p>
            <a:pPr algn="l"/>
            <a:r>
              <a:rPr lang="fr-FR" sz="2000" b="1" i="1" dirty="0" smtClean="0"/>
              <a:t>Cela </a:t>
            </a:r>
            <a:r>
              <a:rPr lang="fr-FR" sz="2000" b="1" i="1" dirty="0"/>
              <a:t>permet de ne pas traiter des scènes peu significatives (ex: flash, transitions).</a:t>
            </a:r>
          </a:p>
          <a:p>
            <a:pPr algn="l"/>
            <a:r>
              <a:rPr lang="fr-FR" sz="2000" b="1" i="1" dirty="0" smtClean="0"/>
              <a:t>Le </a:t>
            </a:r>
            <a:r>
              <a:rPr lang="fr-FR" sz="2000" b="1" i="1" dirty="0" err="1"/>
              <a:t>captioning</a:t>
            </a:r>
            <a:r>
              <a:rPr lang="fr-FR" sz="2000" b="1" i="1" dirty="0"/>
              <a:t> est donc appliqué uniquement aux scènes filtrées.</a:t>
            </a:r>
          </a:p>
          <a:p>
            <a:pPr algn="l"/>
            <a:r>
              <a:rPr lang="fr-FR" sz="2000" b="1" i="1" dirty="0" smtClean="0"/>
              <a:t>🔍 </a:t>
            </a:r>
            <a:r>
              <a:rPr lang="fr-FR" sz="2000" b="1" i="1" dirty="0"/>
              <a:t>Utilisation typique :</a:t>
            </a:r>
          </a:p>
          <a:p>
            <a:pPr algn="l"/>
            <a:r>
              <a:rPr lang="fr-FR" sz="2000" b="1" i="1" dirty="0" smtClean="0"/>
              <a:t>Quand </a:t>
            </a:r>
            <a:r>
              <a:rPr lang="fr-FR" sz="2000" b="1" i="1" dirty="0"/>
              <a:t>tu veux résumer uniquement les parties visuellement significatives de la vidéo.</a:t>
            </a:r>
          </a:p>
          <a:p>
            <a:pPr algn="l"/>
            <a:r>
              <a:rPr lang="fr-FR" sz="2000" b="1" i="1" dirty="0" smtClean="0"/>
              <a:t>Cela </a:t>
            </a:r>
            <a:r>
              <a:rPr lang="fr-FR" sz="2000" b="1" i="1" dirty="0"/>
              <a:t>donne une vidéo plus condensée et un résumé plus ciblé</a:t>
            </a:r>
            <a:r>
              <a:rPr lang="fr-FR" sz="2000" b="1" i="1" dirty="0" smtClean="0"/>
              <a:t>.</a:t>
            </a:r>
          </a:p>
          <a:p>
            <a:pPr algn="l"/>
            <a:endParaRPr lang="fr-FR" sz="2000" b="1" i="1" dirty="0"/>
          </a:p>
          <a:p>
            <a:pPr algn="l"/>
            <a:r>
              <a:rPr lang="fr-FR" sz="2000" b="1" i="1" dirty="0"/>
              <a:t>🟡 inference2.py – Sans filtrage strict (forçage du global </a:t>
            </a:r>
            <a:r>
              <a:rPr lang="fr-FR" sz="2000" b="1" i="1" dirty="0" err="1"/>
              <a:t>caption</a:t>
            </a:r>
            <a:r>
              <a:rPr lang="fr-FR" sz="2000" b="1" i="1" dirty="0"/>
              <a:t>)</a:t>
            </a:r>
          </a:p>
          <a:p>
            <a:pPr algn="l"/>
            <a:r>
              <a:rPr lang="fr-FR" sz="2000" b="1" i="1" dirty="0" smtClean="0"/>
              <a:t>Ce </a:t>
            </a:r>
            <a:r>
              <a:rPr lang="fr-FR" sz="2000" b="1" i="1" dirty="0"/>
              <a:t>script désactive le filtrage grâce à </a:t>
            </a:r>
            <a:r>
              <a:rPr lang="fr-FR" sz="2000" b="1" i="1" dirty="0" smtClean="0"/>
              <a:t>: </a:t>
            </a:r>
            <a:r>
              <a:rPr lang="fr-FR" sz="2000" b="1" i="1" dirty="0" err="1" smtClean="0"/>
              <a:t>force_global_caption</a:t>
            </a:r>
            <a:r>
              <a:rPr lang="fr-FR" sz="2000" b="1" i="1" dirty="0" smtClean="0"/>
              <a:t>=</a:t>
            </a:r>
            <a:r>
              <a:rPr lang="fr-FR" sz="2000" b="1" i="1" dirty="0" err="1" smtClean="0"/>
              <a:t>True</a:t>
            </a:r>
            <a:endParaRPr lang="fr-FR" sz="2000" b="1" i="1" dirty="0"/>
          </a:p>
          <a:p>
            <a:pPr algn="l"/>
            <a:r>
              <a:rPr lang="fr-FR" sz="2000" b="1" i="1" dirty="0" smtClean="0"/>
              <a:t>S’il </a:t>
            </a:r>
            <a:r>
              <a:rPr lang="fr-FR" sz="2000" b="1" i="1" dirty="0"/>
              <a:t>n’y a pas de scène détectée assez longue, il force un </a:t>
            </a:r>
            <a:r>
              <a:rPr lang="fr-FR" sz="2000" b="1" i="1" dirty="0" err="1"/>
              <a:t>caption</a:t>
            </a:r>
            <a:r>
              <a:rPr lang="fr-FR" sz="2000" b="1" i="1" dirty="0"/>
              <a:t> global sur toute la vidéo.</a:t>
            </a:r>
          </a:p>
          <a:p>
            <a:pPr algn="l"/>
            <a:r>
              <a:rPr lang="fr-FR" sz="2000" b="1" i="1" dirty="0" smtClean="0"/>
              <a:t>En </a:t>
            </a:r>
            <a:r>
              <a:rPr lang="fr-FR" sz="2000" b="1" i="1" dirty="0"/>
              <a:t>plus, il ajoute ce </a:t>
            </a:r>
            <a:r>
              <a:rPr lang="fr-FR" sz="2000" b="1" i="1" dirty="0" err="1"/>
              <a:t>caption</a:t>
            </a:r>
            <a:r>
              <a:rPr lang="fr-FR" sz="2000" b="1" i="1" dirty="0"/>
              <a:t> global au début de la vidéo exportée (comme une intro).</a:t>
            </a:r>
          </a:p>
          <a:p>
            <a:pPr algn="l"/>
            <a:r>
              <a:rPr lang="fr-FR" sz="2000" b="1" i="1" dirty="0" smtClean="0"/>
              <a:t>Résultat </a:t>
            </a:r>
            <a:r>
              <a:rPr lang="fr-FR" sz="2000" b="1" i="1" dirty="0"/>
              <a:t>: même une vidéo sans vraies "scènes" aura un résumé.</a:t>
            </a:r>
          </a:p>
          <a:p>
            <a:pPr algn="l"/>
            <a:r>
              <a:rPr lang="fr-FR" sz="2000" b="1" i="1" dirty="0" smtClean="0"/>
              <a:t>🔍 </a:t>
            </a:r>
            <a:r>
              <a:rPr lang="fr-FR" sz="2000" b="1" i="1" dirty="0"/>
              <a:t>Utilisation typique :</a:t>
            </a:r>
          </a:p>
          <a:p>
            <a:pPr algn="l"/>
            <a:r>
              <a:rPr lang="fr-FR" sz="2000" b="1" i="1" dirty="0" smtClean="0"/>
              <a:t>Quand </a:t>
            </a:r>
            <a:r>
              <a:rPr lang="fr-FR" sz="2000" b="1" i="1" dirty="0"/>
              <a:t>tu veux garantir qu’un résumé est généré quoi qu’il arrive.</a:t>
            </a:r>
          </a:p>
          <a:p>
            <a:pPr algn="l"/>
            <a:r>
              <a:rPr lang="fr-FR" sz="2000" b="1" i="1" dirty="0" smtClean="0"/>
              <a:t>Utile </a:t>
            </a:r>
            <a:r>
              <a:rPr lang="fr-FR" sz="2000" b="1" i="1" dirty="0"/>
              <a:t>pour les vidéos trop courtes ou continues, sans coupures visuelles nettes.</a:t>
            </a:r>
          </a:p>
        </p:txBody>
      </p:sp>
    </p:spTree>
    <p:extLst>
      <p:ext uri="{BB962C8B-B14F-4D97-AF65-F5344CB8AC3E}">
        <p14:creationId xmlns:p14="http://schemas.microsoft.com/office/powerpoint/2010/main" val="1740175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0"/>
            <a:ext cx="9715500" cy="2543175"/>
          </a:xfrm>
          <a:prstGeom prst="rect">
            <a:avLst/>
          </a:prstGeom>
        </p:spPr>
      </p:pic>
      <p:sp>
        <p:nvSpPr>
          <p:cNvPr id="3" name="Sous-titre 2"/>
          <p:cNvSpPr>
            <a:spLocks noGrp="1"/>
          </p:cNvSpPr>
          <p:nvPr>
            <p:ph type="subTitle" idx="1"/>
          </p:nvPr>
        </p:nvSpPr>
        <p:spPr>
          <a:xfrm>
            <a:off x="0" y="0"/>
            <a:ext cx="12192000" cy="6858000"/>
          </a:xfrm>
        </p:spPr>
        <p:txBody>
          <a:bodyPr>
            <a:normAutofit/>
          </a:bodyPr>
          <a:lstStyle/>
          <a:p>
            <a:pPr algn="l"/>
            <a:endParaRPr lang="fr-FR" sz="2000" b="1" i="1" dirty="0"/>
          </a:p>
        </p:txBody>
      </p:sp>
    </p:spTree>
    <p:extLst>
      <p:ext uri="{BB962C8B-B14F-4D97-AF65-F5344CB8AC3E}">
        <p14:creationId xmlns:p14="http://schemas.microsoft.com/office/powerpoint/2010/main" val="2580235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30345"/>
            <a:ext cx="12192000" cy="5997310"/>
          </a:xfrm>
          <a:prstGeom prst="rect">
            <a:avLst/>
          </a:prstGeom>
        </p:spPr>
      </p:pic>
    </p:spTree>
    <p:extLst>
      <p:ext uri="{BB962C8B-B14F-4D97-AF65-F5344CB8AC3E}">
        <p14:creationId xmlns:p14="http://schemas.microsoft.com/office/powerpoint/2010/main" val="244115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2197" y="1623056"/>
            <a:ext cx="10387605" cy="3611887"/>
          </a:xfrm>
          <a:prstGeom prst="rect">
            <a:avLst/>
          </a:prstGeom>
        </p:spPr>
      </p:pic>
    </p:spTree>
    <p:extLst>
      <p:ext uri="{BB962C8B-B14F-4D97-AF65-F5344CB8AC3E}">
        <p14:creationId xmlns:p14="http://schemas.microsoft.com/office/powerpoint/2010/main" val="2043935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r>
              <a:rPr lang="fr-FR" sz="2000" b="1" i="1" dirty="0" err="1" smtClean="0"/>
              <a:t>Pourqoui</a:t>
            </a:r>
            <a:r>
              <a:rPr lang="fr-FR" sz="2000" b="1" i="1" dirty="0" smtClean="0"/>
              <a:t> le filtrage n’est pas marché dans tous les </a:t>
            </a:r>
            <a:r>
              <a:rPr lang="fr-FR" sz="2000" b="1" i="1" dirty="0" err="1" smtClean="0"/>
              <a:t>videos</a:t>
            </a:r>
            <a:r>
              <a:rPr lang="fr-FR" sz="2000" b="1" i="1" dirty="0" smtClean="0"/>
              <a:t> ?</a:t>
            </a:r>
          </a:p>
          <a:p>
            <a:pPr algn="l"/>
            <a:r>
              <a:rPr lang="fr-FR" sz="2000" b="1" i="1" dirty="0" smtClean="0"/>
              <a:t>Le </a:t>
            </a:r>
            <a:r>
              <a:rPr lang="fr-FR" sz="2000" b="1" i="1" dirty="0"/>
              <a:t>filtrage des scènes dans une vidéo dépend principalement du contenu visuel analysé par </a:t>
            </a:r>
            <a:r>
              <a:rPr lang="fr-FR" sz="2000" b="1" i="1" dirty="0" err="1"/>
              <a:t>PySceneDetect</a:t>
            </a:r>
            <a:r>
              <a:rPr lang="fr-FR" sz="2000" b="1" i="1" dirty="0"/>
              <a:t>. Ce dernier détecte automatiquement les changements de plan en fonction d’un seuil (</a:t>
            </a:r>
            <a:r>
              <a:rPr lang="fr-FR" sz="2000" b="1" i="1" dirty="0" err="1"/>
              <a:t>threshold</a:t>
            </a:r>
            <a:r>
              <a:rPr lang="fr-FR" sz="2000" b="1" i="1" dirty="0"/>
              <a:t>=30.0 par défaut), et seules les scènes dont la durée dépasse un minimum défini (</a:t>
            </a:r>
            <a:r>
              <a:rPr lang="fr-FR" sz="2000" b="1" i="1" dirty="0" err="1"/>
              <a:t>min_scene_len</a:t>
            </a:r>
            <a:r>
              <a:rPr lang="fr-FR" sz="2000" b="1" i="1" dirty="0"/>
              <a:t>, par exemple 10 secondes) sont conservées. Ainsi, si une vidéo contient peu de variations visuelles (comme une conférence ou un plan fixe), elle sera perçue comme une seule scène longue, sans qu’aucune coupe ni filtrage ne soit appliqué. En revanche, pour une vidéo dynamique avec de nombreux changements visuels (comme une bande-annonce ou un clip), plusieurs scènes peuvent être détectées, dont certaines trop courtes — celles-ci seront alors filtrées. Donc, même avec le même code, le comportement du filtrage peut varier selon la nature et le rythme de la vidéo elle-même</a:t>
            </a:r>
            <a:r>
              <a:rPr lang="fr-FR" sz="2000" b="1" i="1" dirty="0" smtClean="0"/>
              <a:t>.</a:t>
            </a:r>
          </a:p>
          <a:p>
            <a:pPr algn="l"/>
            <a:endParaRPr lang="fr-FR" sz="2000" b="1" i="1" dirty="0"/>
          </a:p>
          <a:p>
            <a:pPr algn="l"/>
            <a:r>
              <a:rPr lang="fr-FR" sz="2000" b="1" i="1" dirty="0" err="1" smtClean="0"/>
              <a:t>Pourqoui</a:t>
            </a:r>
            <a:r>
              <a:rPr lang="fr-FR" sz="2000" b="1" i="1" dirty="0" smtClean="0"/>
              <a:t> le filtrage ??</a:t>
            </a:r>
          </a:p>
          <a:p>
            <a:pPr algn="l"/>
            <a:r>
              <a:rPr lang="fr-FR" sz="2000" b="1" i="1" dirty="0"/>
              <a:t>Ce bloc détecte automatiquement les scènes en analysant les changements visuels dans la vidéo à l’aide de </a:t>
            </a:r>
            <a:r>
              <a:rPr lang="fr-FR" sz="2000" b="1" i="1" dirty="0" err="1"/>
              <a:t>PySceneDetect</a:t>
            </a:r>
            <a:r>
              <a:rPr lang="fr-FR" sz="2000" b="1" i="1"/>
              <a:t>. </a:t>
            </a:r>
            <a:r>
              <a:rPr lang="fr-FR" sz="2000" b="1" i="1" smtClean="0"/>
              <a:t>Ensuite</a:t>
            </a:r>
            <a:r>
              <a:rPr lang="fr-FR" sz="2000" b="1" i="1" dirty="0"/>
              <a:t>, il filtre les scènes trop courtes avec ce test :</a:t>
            </a:r>
          </a:p>
          <a:p>
            <a:pPr algn="l"/>
            <a:r>
              <a:rPr lang="fr-FR" sz="2000" b="1" i="1" dirty="0"/>
              <a:t>Autrement dit, seules les scènes de plus de </a:t>
            </a:r>
            <a:r>
              <a:rPr lang="fr-FR" sz="2000" b="1" i="1" dirty="0" err="1"/>
              <a:t>min_scene_len</a:t>
            </a:r>
            <a:r>
              <a:rPr lang="fr-FR" sz="2000" b="1" i="1" dirty="0"/>
              <a:t> secondes (par défaut 10 ou 15 s) seront retenues. Les très courtes scènes sont ignorées pour éviter de surcharger le résumé ou générer des captions peu utiles. </a:t>
            </a:r>
          </a:p>
          <a:p>
            <a:pPr algn="l"/>
            <a:r>
              <a:rPr lang="fr-FR" sz="2000" b="1" i="1" dirty="0"/>
              <a:t>Ce filtrage améliore la cohérence des résultats et réduit le bruit.</a:t>
            </a:r>
            <a:endParaRPr lang="fr-FR" sz="2000" b="1" i="1" dirty="0"/>
          </a:p>
        </p:txBody>
      </p:sp>
    </p:spTree>
    <p:extLst>
      <p:ext uri="{BB962C8B-B14F-4D97-AF65-F5344CB8AC3E}">
        <p14:creationId xmlns:p14="http://schemas.microsoft.com/office/powerpoint/2010/main" val="26848480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TotalTime>
  <Words>952</Words>
  <Application>Microsoft Office PowerPoint</Application>
  <PresentationFormat>Grand écran</PresentationFormat>
  <Paragraphs>43</Paragraphs>
  <Slides>7</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7</vt:i4>
      </vt:variant>
    </vt:vector>
  </HeadingPairs>
  <TitlesOfParts>
    <vt:vector size="11"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LENOVO</dc:creator>
  <cp:lastModifiedBy>LENOVO</cp:lastModifiedBy>
  <cp:revision>21</cp:revision>
  <dcterms:created xsi:type="dcterms:W3CDTF">2025-08-22T18:43:31Z</dcterms:created>
  <dcterms:modified xsi:type="dcterms:W3CDTF">2025-08-29T13:17:35Z</dcterms:modified>
</cp:coreProperties>
</file>